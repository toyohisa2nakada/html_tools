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40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EDF36F-6D37-27E3-5EA0-874A24043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3ECF76B-BCC8-8520-9DC9-25F77352D7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D346EC-1675-CABC-61D7-34915C064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BDCC8-2AAD-4017-AA1E-B9DD58A543A9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5EEF0A-B822-423C-A89E-99D33587D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920F37-A01C-C238-786D-59F8AB06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3264C-7CE3-4D0D-9894-E3C9D53B4F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1450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CE62FF-9EA7-AEAA-E167-550D187BA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189290-9BE2-BDB9-24AB-764CE29E4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FC1005-F43D-6F1D-61BC-92BD531BB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BDCC8-2AAD-4017-AA1E-B9DD58A543A9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37FEB7-8FBE-8E6C-C76C-580D9D776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306A60-F300-4BD7-6AF9-543140330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3264C-7CE3-4D0D-9894-E3C9D53B4F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4896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539B98-F896-89FE-318F-372BFC0DC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FBC3AF-C8DD-AB6C-5266-C6BCC7548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6EA87D-BE54-3F74-A670-215941BE0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BDCC8-2AAD-4017-AA1E-B9DD58A543A9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EBCC32-AC63-974F-97A6-217813961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145466-DDB1-ECC3-CA64-6E922498A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3264C-7CE3-4D0D-9894-E3C9D53B4F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7920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A87CFD-C81B-391F-0F3E-98CB5A830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EEA9A-583D-78D1-48FF-CE3BDB31F4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A5CF1C-2D27-A09D-C14A-BA24BE36D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1F9392D-4859-A935-0F85-D5D3E6481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BDCC8-2AAD-4017-AA1E-B9DD58A543A9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3D524B-78D1-A13D-068C-5A28E079D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EE2A7B-6D7B-E37B-7D47-48D4B7611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3264C-7CE3-4D0D-9894-E3C9D53B4F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2830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C6A90D-2CD0-E1AB-B805-1D2C28C3B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E8DC47-2A05-05A7-B669-1AE196B17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31D2EE6-A286-819D-69AF-59EA641EB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0CA4D75-6341-5F3B-243A-814A748A6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8C7F35C-14AE-FABD-42B4-CF629FECA8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5E3778D-AAE1-68B9-A692-9A72F529A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BDCC8-2AAD-4017-AA1E-B9DD58A543A9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1F63FE4-D1C1-82DB-8BFF-53FE295BB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56B2D15-CC2D-3502-7716-CA3D3AFEC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3264C-7CE3-4D0D-9894-E3C9D53B4F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4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711368-297D-6977-A863-35752D0D5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E428E85-B7BD-D82E-8E26-CF45EC1A0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BDCC8-2AAD-4017-AA1E-B9DD58A543A9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CFCD0C0-ECFE-6092-4D06-361E162D3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BCA58C4-4A40-2A63-5CDD-A526CB3B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3264C-7CE3-4D0D-9894-E3C9D53B4F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7867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A73119E-4D66-FE00-1FA8-A4F6DA57A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BDCC8-2AAD-4017-AA1E-B9DD58A543A9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4FFA8E2-E33E-BAC7-A974-8426EDB1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CE7413D-18BB-A3A5-F0C9-64D8E20A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3264C-7CE3-4D0D-9894-E3C9D53B4F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4812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9657AD-5C80-ACB9-8786-1948BA7F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1B2CCE-82D0-9A06-489A-4F0E29CAA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E52FFA7-4680-DDFF-53CE-BAE1FF423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B928E75-337F-714F-E0DB-BEEAD320D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BDCC8-2AAD-4017-AA1E-B9DD58A543A9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9766B57-0539-DB52-986C-375FA6B93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D74A1BE-2B3B-455F-9DBD-FA9132091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3264C-7CE3-4D0D-9894-E3C9D53B4F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251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3BE728-CDA3-1EC0-DCCD-297029086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DA94AC0-200B-E0C8-FDF5-FA04CFE810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19CC075-3AC7-BAEA-4B83-AD404C7D0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2F9C4E9-C653-2AE4-BC56-BC08AEEFE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BDCC8-2AAD-4017-AA1E-B9DD58A543A9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1BAED87-1BB7-4640-492D-01F904BE2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9774A-618A-A2BE-EF8C-D781D890C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3264C-7CE3-4D0D-9894-E3C9D53B4F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0139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A7344A-F853-656B-5E3D-8E9C7E34E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29A4015-9448-A01C-FA0D-5DE4FB52A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242601-A1EF-2374-5D06-A4B47DDA2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BDCC8-2AAD-4017-AA1E-B9DD58A543A9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A9E33E-DE2F-0779-D931-043246FD1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9BDA58-66B8-6F36-D219-9C730B795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3264C-7CE3-4D0D-9894-E3C9D53B4F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4779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4461707-A109-0B59-7B9F-9693627EDA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FA231F8-4043-347E-AB63-17BF61831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2FE740-FE0F-688B-4434-2D6007FB1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BDCC8-2AAD-4017-AA1E-B9DD58A543A9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317C36-1AD0-BA51-26F6-25D6AAFC0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4CA491-B0FB-835A-474D-94834FB33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3264C-7CE3-4D0D-9894-E3C9D53B4F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222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0C7F455-BB6C-4986-5D0C-3F75945AC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E9F772D-31F2-41C2-8CC8-EEC24D34F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52C844-3A08-CEFE-1428-8C6B19271D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CBDCC8-2AAD-4017-AA1E-B9DD58A543A9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7E8641-6C75-B1AA-60EC-53EBDAEFD5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9D9DA3-3DFC-7CFF-6E2C-4A6048F494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E3264C-7CE3-4D0D-9894-E3C9D53B4F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4966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ecode.com/html_server/uui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786C98A-885D-8AC0-F3F4-4CCFCDD76BF9}"/>
              </a:ext>
            </a:extLst>
          </p:cNvPr>
          <p:cNvSpPr txBox="1"/>
          <p:nvPr/>
        </p:nvSpPr>
        <p:spPr>
          <a:xfrm>
            <a:off x="603115" y="690664"/>
            <a:ext cx="561285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ユーザは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html_mergely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等で作成した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html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の公開を要求する。</a:t>
            </a:r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サーバに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html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文字を送信する。</a:t>
            </a:r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サーバでは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html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文字をデータベースに保存して、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  <a:hlinkClick r:id="rId2"/>
              </a:rPr>
              <a:t>https://www.pecode.com/html_server/uuid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という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URL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を返す。</a:t>
            </a:r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クライアントでは、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URL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から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QRCode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を作成して画面に表示する。</a:t>
            </a:r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ユーザが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QRCode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をスマホで読み込んでサーバにアクセスする。</a:t>
            </a:r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thml_serverd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では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/html_server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で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listen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していて、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uuid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を得てデータベースから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html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文字を取り出してクライアントに返す。</a:t>
            </a:r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145B4FC-6442-757D-3C9E-F094D48E292F}"/>
              </a:ext>
            </a:extLst>
          </p:cNvPr>
          <p:cNvSpPr txBox="1"/>
          <p:nvPr/>
        </p:nvSpPr>
        <p:spPr>
          <a:xfrm>
            <a:off x="7013643" y="852792"/>
            <a:ext cx="457524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データベース定義</a:t>
            </a:r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create database html_server;</a:t>
            </a:r>
          </a:p>
          <a:p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html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文字を保存</a:t>
            </a:r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create table html (</a:t>
            </a:r>
          </a:p>
          <a:p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  uuid char(36) primary key,</a:t>
            </a:r>
          </a:p>
          <a:p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  created_date bigint,</a:t>
            </a:r>
          </a:p>
          <a:p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  html_string mediumtext</a:t>
            </a:r>
          </a:p>
          <a:p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);</a:t>
            </a:r>
          </a:p>
          <a:p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使用履歴</a:t>
            </a:r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create table log (</a:t>
            </a:r>
          </a:p>
          <a:p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  id bigint auto_increment primary key,</a:t>
            </a:r>
          </a:p>
          <a:p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  created_date bigint,</a:t>
            </a:r>
          </a:p>
          <a:p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  type varchar(16),</a:t>
            </a:r>
          </a:p>
          <a:p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  uuid char(36)</a:t>
            </a:r>
          </a:p>
          <a:p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559838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178</Words>
  <Application>Microsoft Office PowerPoint</Application>
  <PresentationFormat>ワイド画面</PresentationFormat>
  <Paragraphs>24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中田 豊久</dc:creator>
  <cp:lastModifiedBy>中田 豊久</cp:lastModifiedBy>
  <cp:revision>2</cp:revision>
  <dcterms:created xsi:type="dcterms:W3CDTF">2025-05-12T01:16:44Z</dcterms:created>
  <dcterms:modified xsi:type="dcterms:W3CDTF">2025-05-12T12:27:11Z</dcterms:modified>
</cp:coreProperties>
</file>